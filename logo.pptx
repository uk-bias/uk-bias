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1BDCF-CB88-A07E-030C-2B99B9D11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C782C-F4CC-622B-B224-2F32ECAB8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282D4-2820-2A30-9978-3DE9C8415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5114-81CC-8942-9C4B-7CD4EC4D445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BB026-7638-3CE9-127F-1542A7B83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1463D-5E1F-D32A-F981-9A6A29E2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71617-7BB8-1349-AECD-C94B29A69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2770-0237-F545-10A7-4D7A93F95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5BFBB-6608-CE63-4371-4EFEE567C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3E09E-F52C-DAFD-0FA4-C94CEC9D4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5114-81CC-8942-9C4B-7CD4EC4D445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B7496-EE12-46E5-AD72-0E9C93E4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579B9-B11B-41CA-B36A-637DB3817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71617-7BB8-1349-AECD-C94B29A69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05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BFC7-33BB-6A7F-9630-0193BCF38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29D46-5BF9-DB84-E44D-500084333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E751C-DAF6-431E-EED7-BC87833FC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5114-81CC-8942-9C4B-7CD4EC4D445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EC9EC-2D97-36E9-2B33-A2E881B78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F421A-AC65-8F31-F4A4-40B58006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71617-7BB8-1349-AECD-C94B29A69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93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03791-9C0D-B5C6-BC0F-B6DCF3B8C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32464-C54D-4586-51E9-5B2E976B1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4A4AB-83B7-B2C6-638D-419575904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40AAD-5CAF-145B-8609-A4991BD6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5114-81CC-8942-9C4B-7CD4EC4D445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5CE03-2460-0A08-76D7-8ACFE1E47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7DC1E-BF99-55BC-38CA-AA8021A0C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71617-7BB8-1349-AECD-C94B29A69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8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2AEA0-03F4-5FD8-4DB3-D43F2D48A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70B8A-82DB-52F9-D8B4-0EDD9F1A4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0B3BD-2F4E-2CB5-2724-B8B326822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B5661E-F87E-035C-0F40-7713FA9619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FB9ED1-CD87-656C-5FAF-5DA62F3D9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DCBD47-1BBC-3151-517C-FFCD1ACBE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5114-81CC-8942-9C4B-7CD4EC4D445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E9627D-E5A6-993D-378B-29E994ACD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25247B-54D8-DF71-54EC-A033EF57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71617-7BB8-1349-AECD-C94B29A69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25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75910-8A4D-3CA8-765B-3BE1B7EDD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2CFA08-9046-D787-58B7-00C96834C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5114-81CC-8942-9C4B-7CD4EC4D445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C4AB79-C1C3-E9A4-5D75-2911FD8D6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ADDE7F-8F22-51C4-3343-1F418E7D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71617-7BB8-1349-AECD-C94B29A69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105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5A95B9-558B-2704-6860-15635ABB2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5114-81CC-8942-9C4B-7CD4EC4D445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593493-C450-405A-57D6-3D025DDEC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46092-C913-8579-4DC4-F098E3BE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71617-7BB8-1349-AECD-C94B29A69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64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CA29-845E-C9C6-6074-10F1BE21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74F6D-6E45-8F01-7096-A34671644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96B22B-7B06-CB0B-701C-AB49FC4D4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1C865-907D-1162-082A-5042CBFE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5114-81CC-8942-9C4B-7CD4EC4D445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3BAB1-7A9A-B5B8-76F2-96991AF4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B1B21-09EC-6747-A9B9-1CC18ACF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71617-7BB8-1349-AECD-C94B29A69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0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0C52B-E909-F525-00C6-4C8165037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284243-55F4-9AF5-4E82-50FB69A430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6C772-2426-8508-8E94-745346B5A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B360C-E2D1-5D3A-C62D-F7DE066DF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5114-81CC-8942-9C4B-7CD4EC4D445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BBC7D-C1F0-59F3-7063-0D65BF05F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B8459-FCA9-6F1C-734B-A7BC676BC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71617-7BB8-1349-AECD-C94B29A69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79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B392C-F543-64D3-7C1E-F71CB5CE0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C55ED-E488-FDE8-C791-79D14CE3F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47322-7F57-76AF-6A8F-FF65803BA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5114-81CC-8942-9C4B-7CD4EC4D445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848DC-2DA8-EFF6-5BA4-38671CF2D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761DA-5275-7296-A35A-9B9C1E577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71617-7BB8-1349-AECD-C94B29A69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00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2157E0-1EBE-AF85-2F6B-B989BA556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F52F52-178B-D00B-8EFC-40B10EE74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C0506-5BF8-5258-F9E0-38D3CFD1F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5114-81CC-8942-9C4B-7CD4EC4D445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7834D-ADC1-E289-DCAF-7C2FBCEFD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389CF-5F73-5759-86D9-076FA2616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71617-7BB8-1349-AECD-C94B29A69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7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9BEBD-1696-80E0-C2ED-D0387F220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5CA81-A723-8DE6-DA78-4735CB5C6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474CA-0DD4-22A1-0D07-F084AD497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535114-81CC-8942-9C4B-7CD4EC4D445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0030E-E42A-AA5C-65C6-0A0F03FCC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AADE9-CE09-B7DC-9FB2-97D08E0AD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871617-7BB8-1349-AECD-C94B29A69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771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9EC12-799C-138B-26FE-5415A83172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Bahnschrift SemiBold" panose="020B0502040204020203" pitchFamily="34" charset="0"/>
              </a:rPr>
              <a:t>UK-BIAS</a:t>
            </a:r>
          </a:p>
        </p:txBody>
      </p:sp>
    </p:spTree>
    <p:extLst>
      <p:ext uri="{BB962C8B-B14F-4D97-AF65-F5344CB8AC3E}">
        <p14:creationId xmlns:p14="http://schemas.microsoft.com/office/powerpoint/2010/main" val="252498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Bahnschrift SemiBold</vt:lpstr>
      <vt:lpstr>Office Theme</vt:lpstr>
      <vt:lpstr>UK-BIAS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Cross</dc:creator>
  <cp:lastModifiedBy>Stephen Cross</cp:lastModifiedBy>
  <cp:revision>1</cp:revision>
  <dcterms:created xsi:type="dcterms:W3CDTF">2026-07-16T11:01:58Z</dcterms:created>
  <dcterms:modified xsi:type="dcterms:W3CDTF">2026-07-16T11:03:34Z</dcterms:modified>
</cp:coreProperties>
</file>